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— Portada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— Contenido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— 01 · La marca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— El origen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— Propósito, visión y misión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— Valores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— Posicionamiento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— Personalidad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— Territorio de marca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— Manifiesto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— Las seis casas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— Arquitectura de marca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— Voz y tono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— 02 · Identidad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— Anatomía del logotipo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— Construcción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 — Lockups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— Área de respeto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 — Versiones de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— Usos incorrectos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— El monograma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 — 03 ·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— La paleta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— Proporción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— Contraste y accesibilidad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— 04 · Tipografía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— Las familias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— Escala y jerarquía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 — 05 · El velo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— El velo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 — Tramas y texturas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 — Dirección de imagen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 — 06 · Aplicaciones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 — Papelería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— Digital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— Cierre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1-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2-conteni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3-sec-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4-ori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5-proposi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6-val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7-posicionam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8-person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09-territo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0-manifie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1-cas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2-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3-vo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4-sec-ident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5-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6-constr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7-lock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8-area-resp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19-versiones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0-usos-incorrec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1-monog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2-sec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3-pal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4-propor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5-contr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6-sec-tipogra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7-famil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8-esca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29-sec-v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0-v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1-textu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2-ima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3-sec-aplic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4-papel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5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lum-es-36-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