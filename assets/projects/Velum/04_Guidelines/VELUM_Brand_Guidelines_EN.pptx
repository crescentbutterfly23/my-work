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 — Cover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 — Contents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 — 01 · The brand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 — The origin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05 — Purpose, vision, mission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06 —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07 — Positioning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08 — Personality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 — Brand territory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— Manifesto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 — The six houses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— Brand architecture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 — Voice and tone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 — 02 · Identity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— Anatomy of the logotype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 — Construction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 — Lockups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 — Clear space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 — Colour versions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— Misuse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21 — The monogram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22 — 03 · Colour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23 — The palette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 — Proportion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— Contrast and accessibility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26 — 04 · Typography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27 — The families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28 — Scale and hierarchy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29 — 05 · The veil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— The veil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31 — Patterns and textures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32 — Image direction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33 — 06 · Applications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34 — Stationery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— Digital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36 — Closing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n-01-port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n-02-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n-03-sec-mar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n-04-ori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n-05-proposi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n-06-val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n-07-posicionami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n-08-personal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n-09-territo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n-10-manifies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n-11-cas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n-12-arqu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n-13-vo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n-14-sec-ident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n-15-anatom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n-16-construc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n-17-lock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n-18-area-resp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n-19-versiones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n-20-usos-incorrec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n-21-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n-22-sec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n-23-pal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n-24-propor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n-25-contra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n-26-sec-tipograf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n-27-famil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n-28-esc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n-29-sec-ve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n-30-ve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n-31-textu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n-32-ima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n-33-sec-aplica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n-34-papele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n-35-digi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n-36-cie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